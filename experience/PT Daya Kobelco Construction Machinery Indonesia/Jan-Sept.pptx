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44789" y="2221565"/>
            <a:ext cx="4650377" cy="1564327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+mn-lt"/>
              </a:rPr>
              <a:t>Out of the total 7,150 transactions conducted, we have dispatched a total of 13,180 parts.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44789" y="3785892"/>
            <a:ext cx="54472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these transactions, 98.3% or 7,033 transactions belong to PT Kalimantan Inti </a:t>
            </a:r>
            <a:r>
              <a:rPr lang="en-US" dirty="0" err="1"/>
              <a:t>Maju</a:t>
            </a:r>
            <a:r>
              <a:rPr lang="en-US" dirty="0"/>
              <a:t>, while 1.7%, or 117 transactions, come from PT Putra </a:t>
            </a:r>
            <a:r>
              <a:rPr lang="en-US" dirty="0" err="1"/>
              <a:t>Rimba</a:t>
            </a:r>
            <a:r>
              <a:rPr lang="en-US" dirty="0"/>
              <a:t> Nusantara.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9135"/>
            <a:ext cx="11913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Total Transactions from January to September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785" y="1531909"/>
            <a:ext cx="5050186" cy="345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605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674787"/>
            <a:ext cx="12191999" cy="1400530"/>
          </a:xfrm>
        </p:spPr>
        <p:txBody>
          <a:bodyPr/>
          <a:lstStyle/>
          <a:p>
            <a:pPr algn="ctr"/>
            <a:r>
              <a:rPr lang="en-US" sz="3200" b="1" dirty="0"/>
              <a:t>Monthly Sales Chart from </a:t>
            </a:r>
            <a:br>
              <a:rPr lang="en-US" sz="3200" b="1" dirty="0"/>
            </a:br>
            <a:r>
              <a:rPr lang="en-US" sz="3200" b="1" dirty="0"/>
              <a:t>January to September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795" y="2155999"/>
            <a:ext cx="42454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March recorded the highest sales with 1,057 transactions. Meanwhile, the lowest sales were in July, totaling 572 transactions.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353" y="1936904"/>
            <a:ext cx="5125744" cy="309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762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557221"/>
            <a:ext cx="12191999" cy="984196"/>
          </a:xfrm>
        </p:spPr>
        <p:txBody>
          <a:bodyPr/>
          <a:lstStyle/>
          <a:p>
            <a:pPr algn="ctr"/>
            <a:r>
              <a:rPr lang="en-US" sz="3200" b="1" dirty="0"/>
              <a:t>Top 10 Part Sales from January to September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2331" y="1985554"/>
            <a:ext cx="5877447" cy="38979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36822" y="2220685"/>
            <a:ext cx="30044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is the list of parts sold from 7,150 transactions, totaling 13,180 parts.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47174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52718"/>
            <a:ext cx="12191999" cy="703729"/>
          </a:xfrm>
        </p:spPr>
        <p:txBody>
          <a:bodyPr/>
          <a:lstStyle/>
          <a:p>
            <a:pPr algn="ctr"/>
            <a:r>
              <a:rPr lang="en-US" sz="3200" b="1" dirty="0"/>
              <a:t>Top 5 Code Part / Month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2052918"/>
            <a:ext cx="5082335" cy="31914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96636" y="2052918"/>
            <a:ext cx="42627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are the colors and their descriptions:</a:t>
            </a:r>
          </a:p>
          <a:p>
            <a:endParaRPr lang="en-US" dirty="0"/>
          </a:p>
          <a:p>
            <a:r>
              <a:rPr lang="en-US" dirty="0"/>
              <a:t>Blue = DKL-HOIL68-I20</a:t>
            </a:r>
          </a:p>
          <a:p>
            <a:r>
              <a:rPr lang="en-US" dirty="0"/>
              <a:t>Green = DKL-GOIL-90-I5</a:t>
            </a:r>
          </a:p>
          <a:p>
            <a:r>
              <a:rPr lang="en-US" dirty="0"/>
              <a:t>Yellow = VH23390E0020J1M</a:t>
            </a:r>
          </a:p>
          <a:p>
            <a:r>
              <a:rPr lang="en-US" dirty="0"/>
              <a:t>Orange = DKL-EOILDH1-I22</a:t>
            </a:r>
          </a:p>
          <a:p>
            <a:r>
              <a:rPr lang="en-US" dirty="0"/>
              <a:t>Red = YN21P01157R100J1J</a:t>
            </a:r>
          </a:p>
        </p:txBody>
      </p:sp>
    </p:spTree>
    <p:extLst>
      <p:ext uri="{BB962C8B-B14F-4D97-AF65-F5344CB8AC3E}">
        <p14:creationId xmlns:p14="http://schemas.microsoft.com/office/powerpoint/2010/main" val="2674994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/>
              <a:t>Monthly Profit Margins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88182" y="2003531"/>
            <a:ext cx="385904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Profit Margins per Month:</a:t>
            </a:r>
          </a:p>
          <a:p>
            <a:endParaRPr lang="en-US" dirty="0"/>
          </a:p>
          <a:p>
            <a:r>
              <a:rPr lang="en-US" dirty="0"/>
              <a:t>January = </a:t>
            </a:r>
            <a:r>
              <a:rPr lang="en-US" dirty="0" err="1"/>
              <a:t>Rp</a:t>
            </a:r>
            <a:r>
              <a:rPr lang="en-US" dirty="0"/>
              <a:t> 758,799,956.00</a:t>
            </a:r>
          </a:p>
          <a:p>
            <a:r>
              <a:rPr lang="en-US" dirty="0"/>
              <a:t>February = </a:t>
            </a:r>
            <a:r>
              <a:rPr lang="en-US" dirty="0" err="1"/>
              <a:t>Rp</a:t>
            </a:r>
            <a:r>
              <a:rPr lang="en-US" dirty="0"/>
              <a:t> 833,006,491.00</a:t>
            </a:r>
          </a:p>
          <a:p>
            <a:r>
              <a:rPr lang="en-US" dirty="0"/>
              <a:t>March = </a:t>
            </a:r>
            <a:r>
              <a:rPr lang="en-US" dirty="0" err="1"/>
              <a:t>Rp</a:t>
            </a:r>
            <a:r>
              <a:rPr lang="en-US" dirty="0"/>
              <a:t> 1,402,143,404.00</a:t>
            </a:r>
          </a:p>
          <a:p>
            <a:r>
              <a:rPr lang="en-US" dirty="0"/>
              <a:t>April = </a:t>
            </a:r>
            <a:r>
              <a:rPr lang="en-US" dirty="0" err="1"/>
              <a:t>Rp</a:t>
            </a:r>
            <a:r>
              <a:rPr lang="en-US" dirty="0"/>
              <a:t> 818,347,611.00</a:t>
            </a:r>
          </a:p>
          <a:p>
            <a:r>
              <a:rPr lang="en-US" dirty="0"/>
              <a:t>May = </a:t>
            </a:r>
            <a:r>
              <a:rPr lang="en-US" dirty="0" err="1"/>
              <a:t>Rp</a:t>
            </a:r>
            <a:r>
              <a:rPr lang="en-US" dirty="0"/>
              <a:t> 1,263,521,006.00</a:t>
            </a:r>
          </a:p>
          <a:p>
            <a:r>
              <a:rPr lang="en-US" dirty="0"/>
              <a:t>June = </a:t>
            </a:r>
            <a:r>
              <a:rPr lang="en-US" dirty="0" err="1"/>
              <a:t>Rp</a:t>
            </a:r>
            <a:r>
              <a:rPr lang="en-US" dirty="0"/>
              <a:t> 986,455,200.00</a:t>
            </a:r>
          </a:p>
          <a:p>
            <a:r>
              <a:rPr lang="en-US" dirty="0"/>
              <a:t>July = </a:t>
            </a:r>
            <a:r>
              <a:rPr lang="en-US" dirty="0" err="1"/>
              <a:t>Rp</a:t>
            </a:r>
            <a:r>
              <a:rPr lang="en-US" dirty="0"/>
              <a:t> 647,688,600.00</a:t>
            </a:r>
          </a:p>
          <a:p>
            <a:r>
              <a:rPr lang="en-US" dirty="0"/>
              <a:t>August = </a:t>
            </a:r>
            <a:r>
              <a:rPr lang="en-US" dirty="0" err="1"/>
              <a:t>Rp</a:t>
            </a:r>
            <a:r>
              <a:rPr lang="en-US" dirty="0"/>
              <a:t> 1,122,467,200.00</a:t>
            </a:r>
          </a:p>
          <a:p>
            <a:r>
              <a:rPr lang="en-US" dirty="0"/>
              <a:t>September = </a:t>
            </a:r>
            <a:r>
              <a:rPr lang="en-US" dirty="0" err="1"/>
              <a:t>Rp</a:t>
            </a:r>
            <a:r>
              <a:rPr lang="en-US" dirty="0"/>
              <a:t> 994,912,500.00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47" y="1734609"/>
            <a:ext cx="5487166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2110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118</TotalTime>
  <Words>179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Ion</vt:lpstr>
      <vt:lpstr>PowerPoint Presentation</vt:lpstr>
      <vt:lpstr>Monthly Sales Chart from  January to September</vt:lpstr>
      <vt:lpstr>Top 10 Part Sales from January to September</vt:lpstr>
      <vt:lpstr>Top 5 Code Part / Month</vt:lpstr>
      <vt:lpstr>Monthly Profit Margins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Anggit</cp:lastModifiedBy>
  <cp:revision>14</cp:revision>
  <dcterms:created xsi:type="dcterms:W3CDTF">2023-10-08T16:16:42Z</dcterms:created>
  <dcterms:modified xsi:type="dcterms:W3CDTF">2025-01-29T17:08:22Z</dcterms:modified>
</cp:coreProperties>
</file>